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0D6DE"/>
                </a:solidFill>
                <a:latin typeface="Segoe UI Light"/>
              </a:defRPr>
            </a:pPr>
            <a:r>
              <a:rPr sz="1100" b="0" i="0" u="none" strike="noStrike">
                <a:solidFill>
                  <a:srgbClr val="D0D6DE"/>
                </a:solidFill>
                <a:latin typeface="Segoe UI Light"/>
              </a:rPr>
              <a:t>Gross Transaction Value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GTV ($M)</c:v>
                </c:pt>
              </c:strCache>
            </c:strRef>
          </c:tx>
          <c:spPr>
            <a:solidFill>
              <a:srgbClr val="F5B8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B8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12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B8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0A8B4"/>
                </a:solidFill>
                <a:latin typeface="Segoe UI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8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8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161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12801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B81C"/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2628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Backer</a:t>
            </a:r>
            <a:pPr indent="0" marL="0">
              <a:buNone/>
            </a:pPr>
            <a:r>
              <a:rPr lang="en-US" sz="3400" b="1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 Players. Share Victories.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Asia's #1 Player Backing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Investor Presentation  ·  March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5B81C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Poker Staking is Broken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27048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002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Fragmented &amp; Informal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Most staking deals happen on forums, WhatsApp groups, and handshake agreements. No escrow, no verification, no recourse.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221992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4048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2677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Western-Centric Platforms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630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StakeKings, PokerStake, and YouStake serve US/EU markets. No local Asian payments, no Chinese language, no regional focus.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026664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136392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0954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7238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Zero Trust Infrastructure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3649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 identity verification, no result validation, no reliability scoring. Players can disappear with backers' money.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31336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0142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770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Opaque Fee Structures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416966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Hidden commissions ranging 1-10%. No transparent cost breakdowns. Backers don't know what they're really paying.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BackerHub: Trust-First Player Backing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first poker player sponsorship marketplace built for Asia — with escrow protection, admin verification, and local payment methods.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Escrow-Protected Funds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 money is never sent directly to players. Held in escrow until AI-verified milestones are confirmed.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8745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205740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AI-Powered KYC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2356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Claude Vision AI analyzes ID documents, selfies, and proof-of-address. Auto-scores with 85%+ auto-approval. No expensive third-party KYC providers.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291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429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Proof Verification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0876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Tournament registration and prize screenshots analyzed by AI. Data consistency checks, face matching, and fraud detection — all automated.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291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21" name="Shape 16"/>
          <p:cNvSpPr/>
          <p:nvPr/>
        </p:nvSpPr>
        <p:spPr>
          <a:xfrm>
            <a:off x="4937760" y="347472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429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Crypto-Native for Asia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2356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USDT &amp; USDC on TRC-20 (lowest fees). No bank dependencies. English + Traditional Chinese. Regional tournament coverage.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$11.4B Market with No Asia Leader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$11.4B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Global Online Poker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Market by 2030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3161D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495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$2.3B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Asia-Pacific Poker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Tournament Economy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3161D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D9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$115M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Addressable Staking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Market (Asia, Year 5)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Market Indicators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13.7%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Online Poker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CAGR to 2030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$481M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974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WSOP 2025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Prize Money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$34M+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Taipei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Nov 2025 Prizes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28,000+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Championship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2025 Entries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Tailwinds Converge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508760"/>
            <a:ext cx="594360" cy="59436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6184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Legal Clarity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Supreme Court (Feb 2025)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Taiwan confirmed poker tournaments as "mind sport" — not gambling. CTP Club is #1 venue globally with 302,505 registered players.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1508760"/>
            <a:ext cx="594360" cy="59436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61848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Tournament Boom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$54M+ prizes in Taipei (2025)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1188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Taipei: 22,909 entries, $20M prizes. APT Championship: 28,000+ entries, $34M+ prizes. 40%+ YoY growth.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7" name="Shape 13"/>
          <p:cNvSpPr/>
          <p:nvPr/>
        </p:nvSpPr>
        <p:spPr>
          <a:xfrm>
            <a:off x="7086600" y="1508760"/>
            <a:ext cx="594360" cy="59436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61848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Stablecoin Explosion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5508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$190B+ stablecoin market cap (2026)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USDT dominates Asia remittance. TRC-20 fees under $1. Crypto adoption 34%+ in Vietnam, Philippines, Thailand. Borderless by design.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Steps to Start Backing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08760" y="2103120"/>
            <a:ext cx="640080" cy="6400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2219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 Players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Explore verified poker players with detailed performance stats, ROI history, and reliability scores. Filter by tournament, buy-in, and region.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640080" cy="6400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2219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 a Player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Purchase a percentage of a player's tournament action. Transparent cost breakdowns: base cost + markup + platform fee. Funds held in escrow.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7" name="Text 13"/>
          <p:cNvSpPr/>
          <p:nvPr/>
        </p:nvSpPr>
        <p:spPr>
          <a:xfrm>
            <a:off x="621792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22199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 Together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When the player cashes, winnings are verified against official records and distributed proportionally to all backers automatically.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2004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9893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Institutional-Grade Risk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733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Escrow Protection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Funds never go directly to players. All money held in escrow until AI-verified milestones.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173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16002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6733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KYC (Claude Vision)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1188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ID + selfie + address analyzed by AI. Face matching, tampering detection. 85%+ = auto-approved.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6002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733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Proof Verification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Buy-in &amp; prize screenshots analyzed by Claude Vision. Data consistency scoring against listing info.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2004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27355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Enforced Deadlines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48h registration, 3-day results, 14-day deposit. Missed = admin review.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29000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25" name="Shape 19"/>
          <p:cNvSpPr/>
          <p:nvPr/>
        </p:nvSpPr>
        <p:spPr>
          <a:xfrm>
            <a:off x="3611880" y="32004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327355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Reliability Scoring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61188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Player scores based on on-time settlements vs defaults. Public and transparent.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0800" y="32004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7355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Withdrawal Lock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0080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Players can't withdraw during pending prize deposits. Prevents post-win escape.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Simple, Scalable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Streams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 Fee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On every backer transaction (0% pre-launch)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587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Crypto-native: no processor fees. Users pay ~$1 TRC-20 network fee only.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2095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TBD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09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Premium Listings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456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Featured placement, priority in marketplace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8313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TBD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8313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0782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Advanced player insights for backers (Pro tier)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13161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 Economics Example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Listing: $10,000 Buy-in Tournament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Action Sold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= $5,000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Markup (1.15x)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724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118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Platform Fee (2%)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118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511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 Total Cost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511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$5,865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867912"/>
            <a:ext cx="3108960" cy="0"/>
          </a:xfrm>
          <a:prstGeom prst="line">
            <a:avLst/>
          </a:prstGeom>
          <a:noFill/>
          <a:ln w="10160">
            <a:solidFill>
              <a:srgbClr val="F5B8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904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BackerHub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3904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$115 per listing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Asia-Focused Competitor Exists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554480"/>
                <a:gridCol w="155448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D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0D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BackerHub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StakeKings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PokerStake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GGPoker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Asia Focus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Crypto-Native (USDT/USDC)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Chinese Language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Escrow Protection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Live Tournament Support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AI-Powered KYC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AI Proof Verification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Reliability Scoring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Platform Fee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1-10%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Undisclosed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TRACTION &amp; 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Building Momentum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Pre-Launch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007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Full platform built (Next.js 16 + Supabase)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Complete staking lifecycle implemented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Bilingual (EN + zh-TW) with i18n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Crypto payments live (USDT/USDC on TRC-20)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6883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AI KYC &amp; AI Proof verification deployed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0% fee pre-launch campaign live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3161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2026 Roadmap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Platform + AI + crypto live, seed users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1305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CTP partnership, first APT event, 500 users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523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5237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HK/Macau expansion, BTC/ETH support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916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916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2,000+ users, premium features, Series A prep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Targets (Year 1)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2,000+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Registered Users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$2M+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74320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GTV (Gross Transaction)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200+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84632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Listings Created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85%+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4944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Settlement 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Land, Expand, Dominate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Q1–Q2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Taiwan Launch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2176272"/>
            <a:ext cx="14173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CTP Club partnership (302K players)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Taipei event sponsorship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0% fee pre-launch acquisition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Crypto live (USDT/USDC on TRC-20)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Target: 500 users, $500K GTV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2801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71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Q3–Q4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HK + Macau Expansion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77640" y="2176272"/>
            <a:ext cx="14173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Macau &amp; HK tournament coverage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Cross-border crypto staking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BTC &amp; ETH payment support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AI verification at scale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Target: 2,000 users, $2M GTV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71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2027+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Asia-Pacific Scale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66560" y="2176272"/>
            <a:ext cx="14173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Japan, South Korea, Philippines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WPT &amp; WSOP Asia events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API for tournament organizers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Mobile app (iOS + Android)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Target: 10,000 users, $20M GTV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 Meets Technology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1554480"/>
            <a:ext cx="777240" cy="777240"/>
          </a:xfrm>
          <a:prstGeom prst="ellipse">
            <a:avLst/>
          </a:prstGeom>
          <a:solidFill>
            <a:srgbClr val="191D26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B81C"/>
                </a:solidFill>
              </a:rPr>
              <a:t>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Co-Founder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Banking &amp; 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Former Big Four auditor with deep expertise in: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Financial Audit &amp; Compliance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Risk Management &amp; Controls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Escrow Fund Design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Regulatory Compliance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13161D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554480"/>
            <a:ext cx="777240" cy="777240"/>
          </a:xfrm>
          <a:prstGeom prst="ellipse">
            <a:avLst/>
          </a:prstGeom>
          <a:solidFill>
            <a:srgbClr val="191D26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B81C"/>
                </a:solidFill>
              </a:rPr>
              <a:t>♣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Co-Founder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Engineering &amp; Quant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Former AI engineer at a quant hedge fund: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ML &amp; AI Systems Architecture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Quantitative Analysis &amp; Modeling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Algorithm Design &amp; Analytics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Full-Stack Platform Engineering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PROJECTIONS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to Profitability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234440"/>
          <a:ext cx="38404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23444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3161D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3-Year Forecast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64208"/>
          <a:ext cx="34747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04672"/>
                <a:gridCol w="804672"/>
                <a:gridCol w="905256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GTV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$12M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$45M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Users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2,000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8,000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25,000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Listings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4,500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Revenue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$360K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$1.35M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Costs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$85K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Net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-$45K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$110K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$850K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3749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39502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2% platform fee (post-launch)  ·  Avg listing: $10K buy-in  ·  50% action sold  ·  Zero payment processor fees  ·  Break-even by Year 2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 Players. Share Victories.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Seed 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$300K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2331720"/>
            <a:ext cx="6400800" cy="1508760"/>
          </a:xfrm>
          <a:prstGeom prst="roundRect">
            <a:avLst>
              <a:gd name="adj" fmla="val 4848"/>
            </a:avLst>
          </a:prstGeom>
          <a:solidFill>
            <a:srgbClr val="13161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77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00200" y="2724912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2724912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2715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2715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Engineering &amp; Product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715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Mobile app, BTC/ETH support, API integrations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00200" y="2980944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2980944"/>
            <a:ext cx="705394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971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Development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CTP partnership, tournament sponsorships, player acquisition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00200" y="3236976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3236976"/>
            <a:ext cx="587829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3227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Marketing &amp; Growth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227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Community building, event presence, content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00200" y="3493008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3493008"/>
            <a:ext cx="235131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34838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3483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Operations &amp; Infra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483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Supabase, Vercel, Anthropic API, compliance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4069080"/>
            <a:ext cx="274320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B81C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♠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29768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Backer</a:t>
            </a:r>
            <a:pPr indent="0" marL="0">
              <a:buNone/>
            </a:pPr>
            <a:r>
              <a:rPr lang="en-US" sz="1800" b="1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4681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support@backerhub.com  ·  Taipei, Taiwan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5B81C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BackerHub - Investor Presentation 2026</dc:title>
  <dc:subject>PptxGenJS Presentation</dc:subject>
  <dc:creator>BackerHub</dc:creator>
  <cp:lastModifiedBy>BackerHub</cp:lastModifiedBy>
  <cp:revision>1</cp:revision>
  <dcterms:created xsi:type="dcterms:W3CDTF">2026-03-24T07:17:53Z</dcterms:created>
  <dcterms:modified xsi:type="dcterms:W3CDTF">2026-03-24T07:17:53Z</dcterms:modified>
</cp:coreProperties>
</file>